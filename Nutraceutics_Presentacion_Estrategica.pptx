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NUTRACEUTICS</a:t>
            </a:r>
          </a:p>
          <a:p>
            <a:r>
              <a:t>Construyendo dirección desde la ciencia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Visión · Arquitectura · Evolución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Esto no empezó como marca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Investigación en probióticos</a:t>
            </a:r>
          </a:p>
          <a:p>
            <a:pPr lvl="1"/>
            <a:r>
              <a:t>Experiencia en droguería</a:t>
            </a:r>
          </a:p>
          <a:p>
            <a:pPr lvl="1"/>
            <a:r>
              <a:t>Inquietud por la prevención</a:t>
            </a:r>
          </a:p>
          <a:p>
            <a:pPr lvl="1"/>
            <a:r>
              <a:t>Conversación generacional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Continuidad, no ruptura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estamos cambiando el origen.</a:t>
            </a:r>
          </a:p>
          <a:p>
            <a:pPr lvl="1"/>
            <a:r>
              <a:t>Estamos ampliándolo.</a:t>
            </a:r>
          </a:p>
          <a:p>
            <a:pPr lvl="1"/>
            <a:r>
              <a:t>Lo que se sembró, ahora necesita sistema.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Nutraceutics?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es una marca de suplementos.</a:t>
            </a:r>
          </a:p>
          <a:p>
            <a:pPr lvl="1"/>
            <a:r>
              <a:t>Es un sistema de salud preventiva basado en:</a:t>
            </a:r>
          </a:p>
          <a:p>
            <a:pPr lvl="1"/>
            <a:r>
              <a:t>• Ciencia</a:t>
            </a:r>
          </a:p>
          <a:p>
            <a:pPr lvl="1"/>
            <a:r>
              <a:t>• Microinflamación sistémica</a:t>
            </a:r>
          </a:p>
          <a:p>
            <a:pPr lvl="1"/>
            <a:r>
              <a:t>• Ejes funcionales</a:t>
            </a:r>
          </a:p>
          <a:p>
            <a:pPr lvl="1"/>
            <a:r>
              <a:t>• Arquitectura de producto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Ejes funcionales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Intestino – Metabolismo</a:t>
            </a:r>
          </a:p>
          <a:p>
            <a:pPr lvl="1"/>
            <a:r>
              <a:t>Intestino – Piel</a:t>
            </a:r>
          </a:p>
          <a:p>
            <a:pPr lvl="1"/>
            <a:r>
              <a:t>Intestino – Ojo</a:t>
            </a:r>
          </a:p>
          <a:p>
            <a:pPr lvl="1"/>
            <a:r>
              <a:t>Intestino – Sistema inmune</a:t>
            </a:r>
          </a:p>
          <a:p>
            <a:pPr lvl="1"/>
            <a:r>
              <a:t>No productos aislados. Ejes conectados.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mercado cambió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Antes: Fórmula · Droguería · Precio</a:t>
            </a:r>
          </a:p>
          <a:p>
            <a:pPr lvl="1"/>
            <a:r>
              <a:t>Ahora: Marca · Confianza · Coherencia · Experiencia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LUZIX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 intestino–cerebro–ojo</a:t>
            </a:r>
          </a:p>
          <a:p>
            <a:pPr lvl="1"/>
            <a:r>
              <a:t>Inflamación superficie ocular</a:t>
            </a:r>
          </a:p>
          <a:p>
            <a:pPr lvl="1"/>
            <a:r>
              <a:t>Uso digital prolongado</a:t>
            </a:r>
          </a:p>
          <a:p>
            <a:pPr lvl="1"/>
            <a:r>
              <a:t>Microbiota y superficie ocular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Diferenciación Luzix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Otros dicen: Vitaminas para los ojos</a:t>
            </a:r>
          </a:p>
          <a:p>
            <a:pPr lvl="1"/>
            <a:r>
              <a:t>Luz azul</a:t>
            </a:r>
          </a:p>
          <a:p>
            <a:pPr lvl="1"/>
            <a:r>
              <a:t>Luteína</a:t>
            </a:r>
          </a:p>
          <a:p>
            <a:pPr lvl="1"/>
            <a:r>
              <a:t>Luzix dice: Inflamación sistémica y eje intestino–ojo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DERMAXIS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Microinflamación cutánea</a:t>
            </a:r>
          </a:p>
          <a:p>
            <a:pPr lvl="1"/>
            <a:r>
              <a:t>Eje intestino–piel</a:t>
            </a:r>
          </a:p>
          <a:p>
            <a:pPr lvl="1"/>
            <a:r>
              <a:t>Regulación de reactividad inflamatoria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DermAxis –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Oral + Serum</a:t>
            </a:r>
          </a:p>
          <a:p>
            <a:pPr lvl="1"/>
            <a:r>
              <a:t>Protocolo 8–12 semanas</a:t>
            </a:r>
          </a:p>
          <a:p>
            <a:pPr lvl="1"/>
            <a:r>
              <a:t>Regulación sistémica + soporte 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GLYCERA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 intestino–metabolismo</a:t>
            </a:r>
          </a:p>
          <a:p>
            <a:pPr lvl="1"/>
            <a:r>
              <a:t>Flexibilidad metabólica</a:t>
            </a:r>
          </a:p>
          <a:p>
            <a:pPr lvl="1"/>
            <a:r>
              <a:t>Equilibrio glucémico</a:t>
            </a:r>
          </a:p>
          <a:p>
            <a:pPr lvl="1"/>
            <a:r>
              <a:t>Performance metabólico consciente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Segmentación estratégica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Profesional metabólicamente consciente</a:t>
            </a:r>
          </a:p>
          <a:p>
            <a:pPr lvl="1"/>
            <a:r>
              <a:t>Síndrome metabólico temprano</a:t>
            </a:r>
          </a:p>
          <a:p>
            <a:pPr lvl="1"/>
            <a:r>
              <a:t>Biohacker light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Marco regulatorio Guatemala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podemos decir: regulación hormonal, menopausia</a:t>
            </a:r>
          </a:p>
          <a:p>
            <a:pPr lvl="1"/>
            <a:r>
              <a:t>Sí podemos decir: bienestar femenino, equilibrio, salud integral</a:t>
            </a:r>
          </a:p>
          <a:p>
            <a:pPr lvl="1"/>
            <a:r>
              <a:t>Dirección estratégica con cumplimiento regulatorio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Conzilia fue el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Fue coherente con su momento.</a:t>
            </a:r>
          </a:p>
          <a:p>
            <a:pPr lvl="1"/>
            <a:r>
              <a:t>Fue coherente con la lógica de droguería.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Hoy Nutraceutics es un universo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Conzilia se integra al sistema.</a:t>
            </a:r>
          </a:p>
          <a:p>
            <a:pPr lvl="1"/>
            <a:r>
              <a:t>No se reemplaza. Evoluciona.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visual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Coherencia estética</a:t>
            </a:r>
          </a:p>
          <a:p>
            <a:pPr lvl="1"/>
            <a:r>
              <a:t>Identidad unificada</a:t>
            </a:r>
          </a:p>
          <a:p>
            <a:pPr lvl="1"/>
            <a:r>
              <a:t>Percepción premium</a:t>
            </a:r>
          </a:p>
          <a:p>
            <a:pPr lvl="1"/>
            <a:r>
              <a:t>Escalabilidad futura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Complementariedad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Experiencia en droguería</a:t>
            </a:r>
          </a:p>
          <a:p>
            <a:pPr lvl="1"/>
            <a:r>
              <a:t>Validación de mercado</a:t>
            </a:r>
          </a:p>
          <a:p>
            <a:pPr lvl="1"/>
            <a:r>
              <a:t>Distribución</a:t>
            </a:r>
          </a:p>
          <a:p>
            <a:pPr lvl="1"/>
            <a:r>
              <a:t>Arquitectura de marca</a:t>
            </a:r>
          </a:p>
          <a:p>
            <a:pPr lvl="1"/>
            <a:r>
              <a:t>Posicionamiento</a:t>
            </a:r>
          </a:p>
          <a:p>
            <a:pPr lvl="1"/>
            <a:r>
              <a:t>Expansión digital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decisión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Podemos ser un suplemento más.</a:t>
            </a:r>
          </a:p>
          <a:p>
            <a:pPr lvl="1"/>
            <a:r>
              <a:t>O podemos construir una marca con dirección.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Construyámoslo juntos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Validación estratégica</a:t>
            </a:r>
          </a:p>
          <a:p>
            <a:pPr lvl="1"/>
            <a:r>
              <a:t>Guía generacional</a:t>
            </a:r>
          </a:p>
          <a:p>
            <a:pPr lvl="1"/>
            <a:r>
              <a:t>Sistema · Coherencia · Escalabilidad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